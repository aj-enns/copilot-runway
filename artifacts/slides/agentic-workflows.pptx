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Agentic Workflows: what it does, where value comes from, and the bounded control story.,Exact lifecycle: technical-preview. The official announcement names a technical preview. Recheck current lifecycle before adoption.,Verification date: 2026-10-14. Evidence older than 30 days requires re-review.,This is independent enablement for a controlled pilot, not production certification or customer-specific approval.,Cost detail: Copilot-engine inference is governed by its billing entity; other engines have their own provider charges. Private-repository Actions usage can consume included minutes and incur overage. The deterministic daily scan does not call an AI model.,Explicit assumptions:
GitHub Actions is allowed for this repository.
AI-engine authentication and budget are administrator-owned.
No claim that a scheduled workflow is free or that a PAT supplies unlimited usage.,Complete assessment: https://github.com/aj-enns/copilot-runway/blob/main/features/agentic-workflows/assessment.md,Presenter runbook: https://github.com/aj-enns/copilot-runway/blob/main/demos/agentic-workflows/README.md,Kit validation: kit-tested. Live feature validation: not-run.,Remote cleanup: Disable the opt-in and cancel only exact demo runs; draft PRs and Actions logs are not removed by a local reset.,Primary sources:
GitHub Agentic Workflows technical preview announcement: https://github.blog/changelog/2026-02-13-github-agentic-workflows-are-now-in-technical-preview/
GitHub Agentic Workflows quick start and authentication: https://github.github.io/gh-aw/setup/quick-start/
Usage-based billing for organizations and enterprises: https://docs.github.com/en/copilot/concepts/billing-and-usage/organizations-and-enterprises/billing
GitHub Agentic Workflows: https://github.com/github/gh-aw
GitHub Agentic Workflows safe outputs: https://github.github.io/gh-aw/reference/safe-outputs/,Official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Agentic Workflows: pilot decision, evidence gaps, cost assumptions, and how to start the repeatable demo kit.,Exact lifecycle: technical-preview. The official announcement names a technical preview. Recheck current lifecycle before adoption.,Verification date: 2026-10-14. Evidence older than 30 days requires re-review.,This is independent enablement for a controlled pilot, not production certification or customer-specific approval.,Cost detail: Copilot-engine inference is governed by its billing entity; other engines have their own provider charges. Private-repository Actions usage can consume included minutes and incur overage. The deterministic daily scan does not call an AI model.,Explicit assumptions:
GitHub Actions is allowed for this repository.
AI-engine authentication and budget are administrator-owned.
No claim that a scheduled workflow is free or that a PAT supplies unlimited usage.,Complete assessment: https://github.com/aj-enns/copilot-runway/blob/main/features/agentic-workflows/assessment.md,Presenter runbook: https://github.com/aj-enns/copilot-runway/blob/main/demos/agentic-workflows/README.md,Kit validation: kit-tested. Live feature validation: not-run.,Remote cleanup: Disable the opt-in and cancel only exact demo runs; draft PRs and Actions logs are not removed by a local reset.,Primary sources:
GitHub Agentic Workflows technical preview announcement: https://github.blog/changelog/2026-02-13-github-agentic-workflows-are-now-in-technical-preview/
GitHub Agentic Workflows quick start and authentication: https://github.github.io/gh-aw/setup/quick-start/
Usage-based billing for organizations and enterprises: https://docs.github.com/en/copilot/concepts/billing-and-usage/organizations-and-enterprises/billing
GitHub Agentic Workflows: https://github.com/github/gh-aw
GitHub Agentic Workflows safe outputs: https://github.github.io/gh-aw/reference/safe-outputs/,Official icons from Primer Octicons under MIT; see THIRD_PARTY_NOTICES.md. Other diagrams are original Runway artwork.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changelog/2026-02-13-github-agentic-workflows-are-now-in-technical-preview/" TargetMode="External"/><Relationship Id="rId4" Type="http://schemas.openxmlformats.org/officeDocument/2006/relationships/hyperlink" Target="https://github.github.io/gh-aw/setup/quick-start/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6" Type="http://schemas.openxmlformats.org/officeDocument/2006/relationships/hyperlink" Target="https://github.com/github/gh-aw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blog/changelog/2026-02-13-github-agentic-workflows-are-now-in-technical-preview/" TargetMode="External"/><Relationship Id="rId4" Type="http://schemas.openxmlformats.org/officeDocument/2006/relationships/hyperlink" Target="https://github.github.io/gh-aw/setup/quick-start/" TargetMode="External"/><Relationship Id="rId5" Type="http://schemas.openxmlformats.org/officeDocument/2006/relationships/hyperlink" Target="https://docs.github.com/en/copilot/concepts/billing-and-usage/organizations-and-enterprises/billing" TargetMode="External"/><Relationship Id="rId6" Type="http://schemas.openxmlformats.org/officeDocument/2006/relationships/hyperlink" Target="https://github.com/github/gh-aw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PREVIEW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325880"/>
            <a:ext cx="6629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DEDED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Agentic Workflows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6355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automation that reasons, with reviewable outputs.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044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51560" y="2990088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official preview discovery on a repeatable schedule.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803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3749040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agent for interpretation while deterministic CI builds and deploys the site.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544568"/>
            <a:ext cx="320040" cy="320040"/>
          </a:xfrm>
          <a:prstGeom prst="ellipse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56285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29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" y="4507992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 new evidence in a pull request without allowing the agent to publish or merge.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7315200" y="1051560"/>
            <a:ext cx="4325112" cy="4453128"/>
          </a:xfrm>
          <a:prstGeom prst="roundRect">
            <a:avLst>
              <a:gd name="adj" fmla="val 2537"/>
            </a:avLst>
          </a:prstGeom>
          <a:solidFill>
            <a:srgbClr val="343231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07808" y="1344168"/>
            <a:ext cx="3739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 STORY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44384" y="1828800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45552" y="1984248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source signals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262872" y="2523744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44384" y="2816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45552" y="2971800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reasoning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262872" y="3511296"/>
            <a:ext cx="384048" cy="182880"/>
          </a:xfrm>
          <a:prstGeom prst="downArrow">
            <a:avLst/>
          </a:prstGeom>
          <a:solidFill>
            <a:srgbClr val="FD8EA1"/>
          </a:solidFill>
          <a:ln w="12700">
            <a:solidFill>
              <a:srgbClr val="FD8EA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44384" y="3803904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292929"/>
          </a:solidFill>
          <a:ln w="10160">
            <a:solidFill>
              <a:srgbClr val="47474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845552" y="3959352"/>
            <a:ext cx="32552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EDE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PR, never merge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644384" y="49926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the boundary, not just the happy path.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Agentic Workflows announcement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setup and authentication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FD8EA1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ial GitHub Copilot icon, Primer Octicon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475488"/>
            <a:ext cx="292608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502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RUNWAY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680960" y="502920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EVALUATE. EXPLAIN. DEMO.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23620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initiative. Not an official GitHub or Microsoft product.  |  Reviewed 2026-10-14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515600" y="623620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with conditions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163677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Agentic Workflows  |  Controlled pilot, not production certification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130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NON-NEGOTIABLE GATES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availability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Enforceable admin control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Least-privilege identity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864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data boundary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 for impact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65760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activity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158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0" y="3163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bounded spend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0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0" y="3721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network path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39684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657600" y="4279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pilot operation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657600" y="4526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0" y="48371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Reversible by design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0" y="5084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925A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48640" y="550468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Unknowns block. Conditions need tenant evidence and a named owner.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95160" y="2130552"/>
            <a:ext cx="4645152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EDE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23760" y="2340864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COST, WITH ASSUMPTIONS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23760" y="2734056"/>
            <a:ext cx="41879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runtime + the selected AI engine's usage.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223760" y="3529584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24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Copilot-engine inference is governed by its billing entity; other engines have their own provider charges. Private-repository Actions usage can consume included minutes and incur overage. The deterministic daily scan does not call an AI model.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6995160" y="5212080"/>
            <a:ext cx="4645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10 MIN  |  KIT: TESTED  |  LIVE: NOT RUN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995160" y="5495544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24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demo:setup -- agentic-workflows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548640" y="5897880"/>
            <a:ext cx="11091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sources: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Agentic Workflows announcement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setup and authentication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Enterprise AI-credit billing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|  </a:t>
            </a:r>
            <a:pPr indent="0" marL="0">
              <a:buNone/>
            </a:pPr>
            <a:r>
              <a:rPr lang="en-US" sz="1000" u="sng" dirty="0">
                <a:solidFill>
                  <a:srgbClr val="B11F4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gh-aw repository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Copilot Runway (independent initiative)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Agentic Workflows: value, cost, and readiness</dc:title>
  <dc:subject>Independent, evidence-backed enablement for Cloud Solution Architects</dc:subject>
  <dc:creator>Copilot Runway</dc:creator>
  <cp:lastModifiedBy>Copilot Runway</cp:lastModifiedBy>
  <cp:revision>1</cp:revision>
  <dcterms:created xsi:type="dcterms:W3CDTF">2026-10-18T17:15:22Z</dcterms:created>
  <dcterms:modified xsi:type="dcterms:W3CDTF">2026-10-18T17:15:22Z</dcterms:modified>
</cp:coreProperties>
</file>
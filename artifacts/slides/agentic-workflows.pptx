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what it does, where value comes from, and the bounded control story.,Exact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pilot decision, evidence gaps, cost assumptions, and how to start the repeatable demo kit.,Exact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 Agentic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automation that reasons, with reviewable outputs.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official preview discovery on a repeatable schedule.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an agent for interpretation while deterministic CI builds and deploys the site.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new evidence in a pull request without allowing the agent to publish or merge.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source signals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reasoning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PR, never merge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Agentic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 runtime + the selected AI engine's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Copilot-engine inference is governed by its billing entity; other engines have their own provider charges. Private-repository Actions usage can consume included minutes and incur overage. The deterministic daily scan does not call an AI model.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agentic-workflows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Agentic Workflows: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2026-10-18T15:43:29Z</dcterms:created>
  <dcterms:modified xsi:type="dcterms:W3CDTF">2026-10-18T15:43:29Z</dcterms:modified>
</cp:coreProperties>
</file>
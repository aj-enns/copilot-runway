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GitHub Agentic Workflows: what it does, where value comes from, and the bounded control story.,Exact lifecycle: technical-preview. The official announcement names a technical preview. Recheck current lifecycle before adoption.,Verification date: 2026-10-14. Evidence older than 30 days requires re-review.,This is independent enablement for a controlled pilot, not production certification or customer-specific approval.,Cost detail: Copilot-engine inference is governed by its billing entity; other engines have their own provider charges. Private-repository Actions usage can consume included minutes and incur overage. The deterministic daily scan does not call an AI model.,Explicit assumptions:
GitHub Actions is allowed for this repository.
AI-engine authentication and budget are administrator-owned.
No claim that a scheduled workflow is free or that a PAT supplies unlimited usage.,Complete assessment: https://github.com/hammadorg93/copilot-runway/blob/main/features/agentic-workflows/assessment.md,Presenter runbook: https://github.com/hammadorg93/copilot-runway/blob/main/demos/agentic-workflows/README.md,Kit validation: kit-tested. Live feature validation: not-run.,Remote cleanup: Disable the opt-in and cancel only exact demo runs; draft PRs and Actions logs are not removed by a local reset.,Primary sources:
GitHub Agentic Workflows technical preview announcement: https://github.blog/changelog/2026-02-13-github-agentic-workflows-are-now-in-technical-preview/
GitHub Agentic Workflows quick start and authentication: https://github.github.io/gh-aw/setup/quick-start/
Usage-based billing for organizations and enterprises: https://docs.github.com/en/copilot/concepts/billing-and-usage/organizations-and-enterprises/billing
GitHub Agentic Workflows: https://github.com/github/gh-aw
GitHub Agentic Workflows safe outputs: https://github.github.io/gh-aw/reference/safe-outputs/,Official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GitHub Agentic Workflows: pilot decision, evidence gaps, cost assumptions, and how to start the repeatable demo kit.,Exact lifecycle: technical-preview. The official announcement names a technical preview. Recheck current lifecycle before adoption.,Verification date: 2026-10-14. Evidence older than 30 days requires re-review.,This is independent enablement for a controlled pilot, not production certification or customer-specific approval.,Cost detail: Copilot-engine inference is governed by its billing entity; other engines have their own provider charges. Private-repository Actions usage can consume included minutes and incur overage. The deterministic daily scan does not call an AI model.,Explicit assumptions:
GitHub Actions is allowed for this repository.
AI-engine authentication and budget are administrator-owned.
No claim that a scheduled workflow is free or that a PAT supplies unlimited usage.,Complete assessment: https://github.com/hammadorg93/copilot-runway/blob/main/features/agentic-workflows/assessment.md,Presenter runbook: https://github.com/hammadorg93/copilot-runway/blob/main/demos/agentic-workflows/README.md,Kit validation: kit-tested. Live feature validation: not-run.,Remote cleanup: Disable the opt-in and cancel only exact demo runs; draft PRs and Actions logs are not removed by a local reset.,Primary sources:
GitHub Agentic Workflows technical preview announcement: https://github.blog/changelog/2026-02-13-github-agentic-workflows-are-now-in-technical-preview/
GitHub Agentic Workflows quick start and authentication: https://github.github.io/gh-aw/setup/quick-start/
Usage-based billing for organizations and enterprises: https://docs.github.com/en/copilot/concepts/billing-and-usage/organizations-and-enterprises/billing
GitHub Agentic Workflows: https://github.com/github/gh-aw
GitHub Agentic Workflows safe outputs: https://github.github.io/gh-aw/reference/safe-outputs/,Official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blog/changelog/2026-02-13-github-agentic-workflows-are-now-in-technical-preview/" TargetMode="External"/><Relationship Id="rId4" Type="http://schemas.openxmlformats.org/officeDocument/2006/relationships/hyperlink" Target="https://github.github.io/gh-aw/setup/quick-start/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6" Type="http://schemas.openxmlformats.org/officeDocument/2006/relationships/hyperlink" Target="https://github.com/github/gh-aw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blog/changelog/2026-02-13-github-agentic-workflows-are-now-in-technical-preview/" TargetMode="External"/><Relationship Id="rId4" Type="http://schemas.openxmlformats.org/officeDocument/2006/relationships/hyperlink" Target="https://github.github.io/gh-aw/setup/quick-start/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6" Type="http://schemas.openxmlformats.org/officeDocument/2006/relationships/hyperlink" Target="https://github.com/github/gh-aw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TECHNICAL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GitHub Agentic Workflows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Repository automation that reasons, with reviewable outputs.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official preview discovery on a repeatable schedule.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an agent for interpretation while deterministic CI builds and deploys the site.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Propose new evidence in a pull request without allowing the agent to publish or merge.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Official source signals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Read-only reasoning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Draft PR, never merge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Agentic Workflows announcement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setup and authentication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repository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 Agentic Workflows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Actions runtime + the selected AI engine's usage.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Copilot-engine inference is governed by its billing entity; other engines have their own provider charges. Private-repository Actions usage can consume included minutes and incur overage. The deterministic daily scan does not call an AI model.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10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agentic-workflows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Agentic Workflows announcement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setup and authentication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repository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Agentic Workflows: value, cost, and readiness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2026-10-14T16:22:29Z</dcterms:created>
  <dcterms:modified xsi:type="dcterms:W3CDTF">2026-10-14T16:22:29Z</dcterms:modified>
</cp:coreProperties>
</file>
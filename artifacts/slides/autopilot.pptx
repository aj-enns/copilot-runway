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Mode: what it does, where value comes from, and the bounded control story.,Exact lifecycle: experimental. The official CLI README lists Autopilot under experimental features; client behavior and limits should be rechecked.,Verification date: 2026-10-14. Evidence older than 30 days requires re-review.,This is independent enablement for a controlled pilot, not production certification or customer-specific approval.,Cost detail: Current enterprise billing is token-based AI credits, not a fixed promise of one billable request per task. Autonomous work, retries, and frontier models change cost. The README's legacy premium-request text is not used as enterprise pricing evidence.,Explicit assumptions:
One synthetic task with a measurable test suite.
Approved model, effective tenant budget, and no permission bypass.
A continuation or runtime limit is not evidence of a hard billed-spend cap.,Complete assessment: https://github.com/hammadorg93/copilot-runway/blob/main/features/autopilot/assessment.md,Presenter runbook: https://github.com/hammadorg93/copilot-runway/blob/main/demos/autopilot/README.md,Kit validation: kit-tested. Live feature validation: not-run.,Remote cleanup: No remote state is created by this kit. Stop the session before local reset and return the CLI to the prior mode/settings.,Primary sources:
Copilot CLI README: experimental mode: https://github.com/github/copilot-cli/blob/76c3172eb38f5e7537b90b9800a7023d81156438/README.md
Usage-based billing for organizations and enterprises: https://docs.github.com/en/copilot/concepts/billing-and-usage/organizations-and-enterprises/billing
Copilot CLI v1.0.97 release notes: https://github.com/github/copilot-cli/releases/tag/v1.0.97
GitHub Copilot CLI: https://docs.github.com/en/copilot/concepts/copilot-surfaces/copilot-cli
About cloud and local sandboxes for GitHub Copilot: https://docs.github.com/en/copilot/concepts/security-governance-and-network-settings/about-cloud-and-local-sandboxes
Enterprise managed settings: https://docs.github.com/en/copilot/reference/enterprise-administrators/enterprise-managed-settings,Official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Mode: pilot decision, evidence gaps, cost assumptions, and how to start the repeatable demo kit.,Exact lifecycle: experimental. The official CLI README lists Autopilot under experimental features; client behavior and limits should be rechecked.,Verification date: 2026-10-14. Evidence older than 30 days requires re-review.,This is independent enablement for a controlled pilot, not production certification or customer-specific approval.,Cost detail: Current enterprise billing is token-based AI credits, not a fixed promise of one billable request per task. Autonomous work, retries, and frontier models change cost. The README's legacy premium-request text is not used as enterprise pricing evidence.,Explicit assumptions:
One synthetic task with a measurable test suite.
Approved model, effective tenant budget, and no permission bypass.
A continuation or runtime limit is not evidence of a hard billed-spend cap.,Complete assessment: https://github.com/hammadorg93/copilot-runway/blob/main/features/autopilot/assessment.md,Presenter runbook: https://github.com/hammadorg93/copilot-runway/blob/main/demos/autopilot/README.md,Kit validation: kit-tested. Live feature validation: not-run.,Remote cleanup: No remote state is created by this kit. Stop the session before local reset and return the CLI to the prior mode/settings.,Primary sources:
Copilot CLI README: experimental mode: https://github.com/github/copilot-cli/blob/76c3172eb38f5e7537b90b9800a7023d81156438/README.md
Usage-based billing for organizations and enterprises: https://docs.github.com/en/copilot/concepts/billing-and-usage/organizations-and-enterprises/billing
Copilot CLI v1.0.97 release notes: https://github.com/github/copilot-cli/releases/tag/v1.0.97
GitHub Copilot CLI: https://docs.github.com/en/copilot/concepts/copilot-surfaces/copilot-cli
About cloud and local sandboxes for GitHub Copilot: https://docs.github.com/en/copilot/concepts/security-governance-and-network-settings/about-cloud-and-local-sandboxes
Enterprise managed settings: https://docs.github.com/en/copilot/reference/enterprise-administrators/enterprise-managed-settings,Official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cli/blob/76c3172eb38f5e7537b90b9800a7023d81156438/README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github.com/github/copilot-cli/releases/tag/v1.0.97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copilot-cli/blob/76c3172eb38f5e7537b90b9800a7023d81156438/README.md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github.com/github/copilot-cli/releases/tag/v1.0.97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CLI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Autopilot Mode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on a bounded objective until the result is verified.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small repair task moving through implementation and verification.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difference between an agent saying done and a measurable passing result.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sandbox and permission boundaries alongside autonomy.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failing tests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repair loop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unchanged tests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experimental-mode README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v1.0.97 release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Autopilot Mode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autonomous sessions can consume more model usage.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enterprise billing is token-based AI credits, not a fixed promise of one billable request per task. Autonomous work, retries, and frontier models change cost. The README's legacy premium-request text is not used as enterprise pricing evidence.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6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autopilot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experimental-mode README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v1.0.97 release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Autopilot Mode: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2026-10-14T16:22:29Z</dcterms:created>
  <dcterms:modified xsi:type="dcterms:W3CDTF">2026-10-14T16:22:29Z</dcterms:modified>
</cp:coreProperties>
</file>
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https://github.com/hammadorg93/copilot-runway/blob/main/features/cloud-sandboxes/assessment.md,Presenter runbook: https://github.com/hammadorg93/copilot-runway/blob/main/demos/cloud-sandboxes/README.md,Kit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https://github.com/hammadorg93/copilot-runway/blob/main/features/cloud-sandboxes/assessment.md,Presenter runbook: https://github.com/hammadorg93/copilot-runway/blob/main/demos/cloud-sandboxes/README.md,Kit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Sandboxes: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2026-10-14T16:22:29Z</dcterms:created>
  <dcterms:modified xsi:type="dcterms:W3CDTF">2026-10-14T16:22:29Z</dcterms:modified>
</cp:coreProperties>
</file>
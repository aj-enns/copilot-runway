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Sandboxes: what it does, where value comes from, and the bounded control story.,Exact lifecycle: public-preview. Cloud sandboxes are public preview and currently require experimental CLI features.,Verification date: 2026-10-14. Evidence older than 30 days requires re-review.,This is independent enablement for a controlled pilot, not production certification or customer-specific approval.,Cost detail: 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charges.,Explicit assumptions:
4 GiB is an illustrative allocation, not a promised session size.
Inside a Git repository, its owner is billed; outside a repository, select an approved billable owner.
Cloud product/SKU budgets are separate from bundled AI-credit budgets.
The documented preview trial entitlement ended in July 2026; do not assume a current free allowance.
Stopping execution and deleting a stored snapshot are different lifecycle actions.,Complete assessment: https://github.com/aj-enns/copilot-runway/blob/main/features/cloud-sandboxes/assessment.md,Presenter runbook: https://github.com/aj-enns/copilot-runway/blob/main/demos/cloud-sandboxes/README.md,Kit validation: kit-tested. Live feature validation: not-run.,Remote cleanup: Stop the exact cloud session and separately review its stored snapshot. The local reset cannot perform cloud cleanup.,Primary sources:
About cloud and local sandboxes for GitHub Copilot: https://docs.github.com/en/copilot/concepts/security-governance-and-network-settings/about-cloud-and-local-sandboxes
Billing for cloud and local sandboxes for GitHub Copilot: https://docs.github.com/en/billing/concepts/product-billing/cloud-and-local-sandboxes
Usage-based billing for organizations and enterprises: https://docs.github.com/en/copilot/concepts/billing-and-usage/organizations-and-enterprises/billing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Sandboxes: pilot decision, evidence gaps, cost assumptions, and how to start the repeatable demo kit.,Exact lifecycle: public-preview. Cloud sandboxes are public preview and currently require experimental CLI features.,Verification date: 2026-10-14. Evidence older than 30 days requires re-review.,This is independent enablement for a controlled pilot, not production certification or customer-specific approval.,Cost detail: 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charges.,Explicit assumptions:
4 GiB is an illustrative allocation, not a promised session size.
Inside a Git repository, its owner is billed; outside a repository, select an approved billable owner.
Cloud product/SKU budgets are separate from bundled AI-credit budgets.
The documented preview trial entitlement ended in July 2026; do not assume a current free allowance.
Stopping execution and deleting a stored snapshot are different lifecycle actions.,Complete assessment: https://github.com/aj-enns/copilot-runway/blob/main/features/cloud-sandboxes/assessment.md,Presenter runbook: https://github.com/aj-enns/copilot-runway/blob/main/demos/cloud-sandboxes/README.md,Kit validation: kit-tested. Live feature validation: not-run.,Remote cleanup: Stop the exact cloud session and separately review its stored snapshot. The local reset cannot perform cloud cleanup.,Primary sources:
About cloud and local sandboxes for GitHub Copilot: https://docs.github.com/en/copilot/concepts/security-governance-and-network-settings/about-cloud-and-local-sandboxes
Billing for cloud and local sandboxes for GitHub Copilot: https://docs.github.com/en/billing/concepts/product-billing/cloud-and-local-sandboxes
Usage-based billing for organizations and enterprises: https://docs.github.com/en/copilot/concepts/billing-and-usage/organizations-and-enterprises/billing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security-governance-and-network-settings/about-cloud-and-local-sandboxes" TargetMode="External"/><Relationship Id="rId4" Type="http://schemas.openxmlformats.org/officeDocument/2006/relationships/hyperlink" Target="https://docs.github.com/en/billing/concepts/product-billing/cloud-and-local-sandboxes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security-governance-and-network-settings/about-cloud-and-local-sandboxes" TargetMode="External"/><Relationship Id="rId4" Type="http://schemas.openxmlformats.org/officeDocument/2006/relationships/hyperlink" Target="https://docs.github.com/en/billing/concepts/product-billing/cloud-and-local-sandboxes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Cloud Sandboxes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the execution environment, not your laptop's blast radius.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Offload a bounded task to an isolated execution environment.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remote agent execution from the local workstation.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cloud-agent governance and explicitly account for compute and retained snapshots.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identity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Isolated cloud Linux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Stop / review snapshot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 Sandbox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Sandbox billing meters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Cloud Sandboxes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credits + compute + allocated memory + stopped-session storage.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cloud-sandboxes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 Sandbox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Sandbox billing meters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Sandboxes: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2026-10-19T03:20:25Z</dcterms:created>
  <dcterms:modified xsi:type="dcterms:W3CDTF">2026-10-19T03:20:25Z</dcterms:modified>
</cp:coreProperties>
</file>
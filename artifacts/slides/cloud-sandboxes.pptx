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Sandboxes: what it does, where value comes from, and the bounded control story.,Exact lifecycle: public-preview. Cloud sandboxes are public preview and currently require experimental CLI features.,Verification date: 2026-10-14. Evidence older than 30 days requires re-review.,This is independent enablement for a controlled pilot, not production certification or customer-specific approval.,Cost detail: The reviewed official prices are USD 0.000024 per compute second, USD 0.000003 per GiB-second of allocated memory, and USD 0.005 per GiB-month of snapshot storage. A one-hour run assuming 4 GiB costs USD 0.1296 for compute plus memory, before AI usage, storage, taxes, or other charges.,Explicit assumptions:
4 GiB is an illustrative allocation, not a promised session size.
Inside a Git repository, its owner is billed; outside a repository, select an approved billable owner.
Cloud product/SKU budgets are separate from bundled AI-credit budgets.
The documented preview trial entitlement ended in July 2026; do not assume a current free allowance.
Stopping execution and deleting a stored snapshot are different lifecycle actions.,Complete assessment: https://github.com/aj-enns/copilot-runway/blob/main/features/cloud-sandboxes/assessment.md,Presenter runbook: https://github.com/aj-enns/copilot-runway/blob/main/demos/cloud-sandboxes/README.md,Kit validation: kit-tested. Live feature validation: not-run.,Remote cleanup: Stop the exact cloud session and separately review its stored snapshot. The local reset cannot perform cloud cleanup.,Primary sources:
About cloud and local sandboxes for GitHub Copilot: https://docs.github.com/en/copilot/concepts/security-governance-and-network-settings/about-cloud-and-local-sandboxes
Billing for cloud and local sandboxes for GitHub Copilot: https://docs.github.com/en/billing/concepts/product-billing/cloud-and-local-sandboxes
Usage-based billing for organizations and enterprises: https://docs.github.com/en/copilot/concepts/billing-and-usage/organizations-and-enterprises/billing
GitHub Copilot CLI: https://docs.github.com/en/copilot/concepts/copilot-surfaces/copilot-cli,Official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Sandboxes: pilot decision, evidence gaps, cost assumptions, and how to start the repeatable demo kit.,Exact lifecycle: public-preview. Cloud sandboxes are public preview and currently require experimental CLI features.,Verification date: 2026-10-14. Evidence older than 30 days requires re-review.,This is independent enablement for a controlled pilot, not production certification or customer-specific approval.,Cost detail: The reviewed official prices are USD 0.000024 per compute second, USD 0.000003 per GiB-second of allocated memory, and USD 0.005 per GiB-month of snapshot storage. A one-hour run assuming 4 GiB costs USD 0.1296 for compute plus memory, before AI usage, storage, taxes, or other charges.,Explicit assumptions:
4 GiB is an illustrative allocation, not a promised session size.
Inside a Git repository, its owner is billed; outside a repository, select an approved billable owner.
Cloud product/SKU budgets are separate from bundled AI-credit budgets.
The documented preview trial entitlement ended in July 2026; do not assume a current free allowance.
Stopping execution and deleting a stored snapshot are different lifecycle actions.,Complete assessment: https://github.com/aj-enns/copilot-runway/blob/main/features/cloud-sandboxes/assessment.md,Presenter runbook: https://github.com/aj-enns/copilot-runway/blob/main/demos/cloud-sandboxes/README.md,Kit validation: kit-tested. Live feature validation: not-run.,Remote cleanup: Stop the exact cloud session and separately review its stored snapshot. The local reset cannot perform cloud cleanup.,Primary sources:
About cloud and local sandboxes for GitHub Copilot: https://docs.github.com/en/copilot/concepts/security-governance-and-network-settings/about-cloud-and-local-sandboxes
Billing for cloud and local sandboxes for GitHub Copilot: https://docs.github.com/en/billing/concepts/product-billing/cloud-and-local-sandboxes
Usage-based billing for organizations and enterprises: https://docs.github.com/en/copilot/concepts/billing-and-usage/organizations-and-enterprises/billing
GitHub Copilot CLI: https://docs.github.com/en/copilot/concepts/copilot-surfaces/copilot-cli,Official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security-governance-and-network-settings/about-cloud-and-local-sandboxes" TargetMode="External"/><Relationship Id="rId4" Type="http://schemas.openxmlformats.org/officeDocument/2006/relationships/hyperlink" Target="https://docs.github.com/en/billing/concepts/product-billing/cloud-and-local-sandboxes" TargetMode="External"/><Relationship Id="rId5" Type="http://schemas.openxmlformats.org/officeDocument/2006/relationships/hyperlink" Target="https://docs.github.com/en/copilot/concepts/billing-and-usage/organizations-and-enterprises/billing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security-governance-and-network-settings/about-cloud-and-local-sandboxes" TargetMode="External"/><Relationship Id="rId4" Type="http://schemas.openxmlformats.org/officeDocument/2006/relationships/hyperlink" Target="https://docs.github.com/en/billing/concepts/product-billing/cloud-and-local-sandboxes" TargetMode="External"/><Relationship Id="rId5" Type="http://schemas.openxmlformats.org/officeDocument/2006/relationships/hyperlink" Target="https://docs.github.com/en/copilot/concepts/billing-and-usage/organizations-and-enterprises/billing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PREVIEW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EDED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Sandboxes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the execution environment, not your laptop's blast radius.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26664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044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99008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Offload a bounded task to an isolated execution environment.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85616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803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374904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remote agent execution from the local workstation.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544568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562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1560" y="450799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cloud-agent governance and explicitly account for compute and retained snapshots.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1051560"/>
            <a:ext cx="4325112" cy="4453128"/>
          </a:xfrm>
          <a:prstGeom prst="roundRect">
            <a:avLst>
              <a:gd name="adj" fmla="val 2537"/>
            </a:avLst>
          </a:prstGeom>
          <a:solidFill>
            <a:srgbClr val="343231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07808" y="134416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 STORY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44384" y="1828800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45552" y="1984248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identity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262872" y="2523744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44384" y="2816352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45552" y="2971800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cloud Linux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262872" y="3511296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44384" y="3803904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45552" y="3959352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/ review snapshot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44384" y="4992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the boundary, not just the happy path.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 Sandbox documentation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Sandbox billing meters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with conditions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3677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Sandboxes  |  Controlled pilot, not production certification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30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 GATES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availability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Enforceable admin control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identity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data boundary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 for impact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activity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and bounded spend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network path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pilot operation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5760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Reversible by design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550468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Unknowns block. Conditions need tenant evidence and a named owner.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95160" y="2130552"/>
            <a:ext cx="4645152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2340864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COST, WITH ASSUMPTIONS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23760" y="2734056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credits + compute + allocated memory + stopped-session storage.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23760" y="3529584"/>
            <a:ext cx="4187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reviewed official prices are USD 0.000024 per compute second, USD 0.000003 per GiB-second of allocated memory, and USD 0.005 per GiB-month of snapshot storage. A one-hour run assuming 4 GiB costs USD 0.1296 for compute plus memory, before AI usage, storage, taxes, or other charges.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995160" y="5212080"/>
            <a:ext cx="4645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8 MIN  |  KIT: TESTED  |  LIVE: NOT RUN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995160" y="549554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demo:setup -- cloud-sandboxes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 Sandbox documentation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Sandbox billing meters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Copilot Runway (independent initiative)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Sandboxes: value, cost, and readiness</dc:title>
  <dc:subject>Independent, evidence-backed enablement for Cloud Solution Architects</dc:subject>
  <dc:creator>Copilot Runway</dc:creator>
  <cp:lastModifiedBy>Copilot Runway</cp:lastModifiedBy>
  <cp:revision>1</cp:revision>
  <dcterms:created xsi:type="dcterms:W3CDTF">2026-10-18T17:15:22Z</dcterms:created>
  <dcterms:modified xsi:type="dcterms:W3CDTF">2026-10-18T17:15:22Z</dcterms:modified>
</cp:coreProperties>
</file>
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what it does, where value comes from, and the bounded control story.,Exact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pilot decision, evidence gaps, cost assumptions, and how to start the repeatable demo kit.,Exact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Cloud Sandboxes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the execution environment, not your laptop's blast radius.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Offload a bounded task to an isolated execution environment.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remote agent execution from the local workstation.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cloud-agent governance and explicitly account for compute and retained snapshots.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identity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Isolated cloud Linux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/ review snapshot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 Sandboxes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+ compute + allocated memory + stopped-session storage.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cloud-sandboxes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Sandboxes: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1980-01-01T00:00:00.000Z</dcterms:created>
  <dcterms:modified xsi:type="dcterms:W3CDTF">1980-01-01T00:00:00.000Z</dcterms:modified>
</cp:coreProperties>
</file>
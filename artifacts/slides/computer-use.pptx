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Computer Use: what it does, where value comes from, and the bounded control story.,Exact lifecycle: public-preview. Public preview in local Copilot CLI and Copilot app sessions on Windows and macOS.,Verification date: 2026-10-14. Evidence older than 30 days requires re-review.,This is independent enablement for a controlled pilot, not production certification or customer-specific approval.,Cost detail: Enterprise Copilot CLI model interactions consume AI credits. The reviewed computer-use documentation does not quote a separate computer-use tariff. Check the actual tenant and model usage before quoting a demo cost.,Explicit assumptions:
Existing approved Copilot seat.
Synthetic local document; no paid external application transaction.
AI credits are usage-based; one enterprise AI credit equals USD 0.01.,Complete assessment: https://github.com/hammadorg93/copilot-runway/blob/main/features/computer-use/assessment.md,Presenter runbook: https://github.com/hammadorg93/copilot-runway/blob/main/demos/computer-use/README.md,Kit validation: kit-tested. Live feature validation: not-run.,Remote cleanup: Disable /computer; review any saved app approvals separately. A local reset cannot revoke permissions in an active session.,Primary sources:
About computer use in GitHub Copilot: https://docs.github.com/en/copilot/concepts/agents/computer-use
Usage-based billing for organizations and enterprises: https://docs.github.com/en/copilot/concepts/billing-and-usage/organizations-and-enterprises/billing
GitHub Copilot licenses: https://docs.github.com/en/billing/concepts/product-billing/github-copilot-licenses
Enterprise managed settings: https://docs.github.com/en/copilot/reference/enterprise-administrators/enterprise-managed-settings
Using Copilot CLI to interact with desktop applications: https://docs.github.com/en/copilot/how-tos/copilot-cli/use-copilot-cli/computer-use
GitHub Copilot CLI: https://docs.github.com/en/copilot/concepts/copilot-surfaces/copilot-cli,Official icons from Primer Octicons under MIT; see THIRD_PARTY_NOTICES.md. Other diagrams are original Runway artwork.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Computer Use: pilot decision, evidence gaps, cost assumptions, and how to start the repeatable demo kit.,Exact lifecycle: public-preview. Public preview in local Copilot CLI and Copilot app sessions on Windows and macOS.,Verification date: 2026-10-14. Evidence older than 30 days requires re-review.,This is independent enablement for a controlled pilot, not production certification or customer-specific approval.,Cost detail: Enterprise Copilot CLI model interactions consume AI credits. The reviewed computer-use documentation does not quote a separate computer-use tariff. Check the actual tenant and model usage before quoting a demo cost.,Explicit assumptions:
Existing approved Copilot seat.
Synthetic local document; no paid external application transaction.
AI credits are usage-based; one enterprise AI credit equals USD 0.01.,Complete assessment: https://github.com/hammadorg93/copilot-runway/blob/main/features/computer-use/assessment.md,Presenter runbook: https://github.com/hammadorg93/copilot-runway/blob/main/demos/computer-use/README.md,Kit validation: kit-tested. Live feature validation: not-run.,Remote cleanup: Disable /computer; review any saved app approvals separately. A local reset cannot revoke permissions in an active session.,Primary sources:
About computer use in GitHub Copilot: https://docs.github.com/en/copilot/concepts/agents/computer-use
Usage-based billing for organizations and enterprises: https://docs.github.com/en/copilot/concepts/billing-and-usage/organizations-and-enterprises/billing
GitHub Copilot licenses: https://docs.github.com/en/billing/concepts/product-billing/github-copilot-licenses
Enterprise managed settings: https://docs.github.com/en/copilot/reference/enterprise-administrators/enterprise-managed-settings
Using Copilot CLI to interact with desktop applications: https://docs.github.com/en/copilot/how-tos/copilot-cli/use-copilot-cli/computer-use
GitHub Copilot CLI: https://docs.github.com/en/copilot/concepts/copilot-surfaces/copilot-cli,Official icons from Primer Octicons under MIT; see THIRD_PARTY_NOTICES.md. Other diagrams are original Runway artwork.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/copilot/concepts/agents/computer-use" TargetMode="External"/><Relationship Id="rId4" Type="http://schemas.openxmlformats.org/officeDocument/2006/relationships/hyperlink" Target="https://docs.github.com/en/copilot/concepts/billing-and-usage/organizations-and-enterprises/billing" TargetMode="External"/><Relationship Id="rId5" Type="http://schemas.openxmlformats.org/officeDocument/2006/relationships/hyperlink" Target="https://docs.github.com/en/billing/concepts/product-billing/github-copilot-licenses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/copilot/concepts/agents/computer-use" TargetMode="External"/><Relationship Id="rId4" Type="http://schemas.openxmlformats.org/officeDocument/2006/relationships/hyperlink" Target="https://docs.github.com/en/copilot/concepts/billing-and-usage/organizations-and-enterprises/billing" TargetMode="External"/><Relationship Id="rId5" Type="http://schemas.openxmlformats.org/officeDocument/2006/relationships/hyperlink" Target="https://docs.github.com/en/billing/concepts/product-billing/github-copilot-licenses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fficial GitHub Copilot icon, Primer Octicon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47548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5029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RUNWAY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680960" y="502920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EVALUATE. EXPLAIN. DEMO.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623620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initiative. Not an official GitHub or Microsoft product.  |  Reviewed 2026-10-14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515600" y="6236208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2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96012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PREVIEW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325880"/>
            <a:ext cx="6629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DEDED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Computer Use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548640" y="2148840"/>
            <a:ext cx="6355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 legacy desktop workflows an agent-assisted runway.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026664"/>
            <a:ext cx="320040" cy="320040"/>
          </a:xfrm>
          <a:prstGeom prst="ellipse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044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9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51560" y="2990088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Assist with GUI-only tasks in legacy software without building an integration first.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3785616"/>
            <a:ext cx="320040" cy="320040"/>
          </a:xfrm>
          <a:prstGeom prst="ellipse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380390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9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51560" y="3749040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a narrowly scoped natural-language request into an observable sequence of app actions.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4544568"/>
            <a:ext cx="320040" cy="320040"/>
          </a:xfrm>
          <a:prstGeom prst="ellipse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456285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9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51560" y="4507992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Demonstrate a permission boundary before discussing broader automation.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7315200" y="1051560"/>
            <a:ext cx="4325112" cy="4453128"/>
          </a:xfrm>
          <a:prstGeom prst="roundRect">
            <a:avLst>
              <a:gd name="adj" fmla="val 2537"/>
            </a:avLst>
          </a:prstGeom>
          <a:solidFill>
            <a:srgbClr val="343231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07808" y="1344168"/>
            <a:ext cx="3739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CONTROL STORY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644384" y="1828800"/>
            <a:ext cx="3657600" cy="612648"/>
          </a:xfrm>
          <a:prstGeom prst="roundRect">
            <a:avLst>
              <a:gd name="adj" fmla="val 17910"/>
            </a:avLst>
          </a:prstGeom>
          <a:solidFill>
            <a:srgbClr val="292929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45552" y="1984248"/>
            <a:ext cx="3255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 native app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9262872" y="2523744"/>
            <a:ext cx="384048" cy="182880"/>
          </a:xfrm>
          <a:prstGeom prst="downArrow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644384" y="2816352"/>
            <a:ext cx="3657600" cy="612648"/>
          </a:xfrm>
          <a:prstGeom prst="roundRect">
            <a:avLst>
              <a:gd name="adj" fmla="val 17910"/>
            </a:avLst>
          </a:prstGeom>
          <a:solidFill>
            <a:srgbClr val="292929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845552" y="2971800"/>
            <a:ext cx="3255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narrow scope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9262872" y="3511296"/>
            <a:ext cx="384048" cy="182880"/>
          </a:xfrm>
          <a:prstGeom prst="downArrow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644384" y="3803904"/>
            <a:ext cx="3657600" cy="612648"/>
          </a:xfrm>
          <a:prstGeom prst="roundRect">
            <a:avLst>
              <a:gd name="adj" fmla="val 17910"/>
            </a:avLst>
          </a:prstGeom>
          <a:solidFill>
            <a:srgbClr val="292929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845552" y="3959352"/>
            <a:ext cx="3255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saved change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644384" y="499262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 the boundary, not just the happy path.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48640" y="589788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sources: </a:t>
            </a:r>
            <a:pPr indent="0" marL="0">
              <a:buNone/>
            </a:pPr>
            <a:r>
              <a:rPr lang="en-US" sz="1000" u="sng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Computer Use documentation</a:t>
            </a:r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|  </a:t>
            </a:r>
            <a:pPr indent="0" marL="0">
              <a:buNone/>
            </a:pPr>
            <a:r>
              <a:rPr lang="en-US" sz="1000" u="sng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Enterprise AI-credit billing</a:t>
            </a:r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|  </a:t>
            </a:r>
            <a:pPr indent="0" marL="0">
              <a:buNone/>
            </a:pPr>
            <a:r>
              <a:rPr lang="en-US" sz="1000" u="sng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Copilot licenses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fficial GitHub Copilot icon, Primer Octicon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47548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5029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RUNWAY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680960" y="502920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EVALUATE. EXPLAIN. DEMO.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623620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initiative. Not an official GitHub or Microsoft product.  |  Reviewed 2026-10-14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515600" y="6236208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2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with conditions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1636776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Computer Use  |  Controlled pilot, not production certification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2130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NON-NEGOTIABLE GATES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2606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Documented availability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28529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48640" y="31638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Enforceable admin control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4107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3721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Least-privilege identity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39684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48640" y="4279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data boundary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45262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48640" y="48371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control for impact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8640" y="50840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657600" y="2606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Traceable activity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657600" y="28529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657600" y="31638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Owned and bounded spend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657600" y="34107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657600" y="3721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network path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657600" y="39684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657600" y="4279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 pilot operation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657600" y="45262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657600" y="48371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Reversible by design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657600" y="50840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48640" y="5504688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Unknowns block. Conditions need tenant evidence and a named owner.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995160" y="2130552"/>
            <a:ext cx="4645152" cy="285292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223760" y="2340864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COST, WITH ASSUMPTIONS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223760" y="2734056"/>
            <a:ext cx="4187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license + model usage; do not assume GUI actions are free.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223760" y="3529584"/>
            <a:ext cx="41879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Copilot CLI model interactions consume AI credits. The reviewed computer-use documentation does not quote a separate computer-use tariff. Check the actual tenant and model usage before quoting a demo cost.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6995160" y="5212080"/>
            <a:ext cx="46451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8 MIN  |  KIT: TESTED  |  LIVE: NOT RUN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995160" y="5495544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demo:setup -- computer-use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548640" y="589788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sources: </a:t>
            </a:r>
            <a:pPr indent="0" marL="0">
              <a:buNone/>
            </a:pPr>
            <a:r>
              <a:rPr lang="en-US" sz="1000" u="sng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Computer Use documentation</a:t>
            </a:r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|  </a:t>
            </a:r>
            <a:pPr indent="0" marL="0">
              <a:buNone/>
            </a:pPr>
            <a:r>
              <a:rPr lang="en-US" sz="1000" u="sng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Enterprise AI-credit billing</a:t>
            </a:r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|  </a:t>
            </a:r>
            <a:pPr indent="0" marL="0">
              <a:buNone/>
            </a:pPr>
            <a:r>
              <a:rPr lang="en-US" sz="1000" u="sng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Copilot licenses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Copilot Runway (independent initiative)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Use: value, cost, and readiness</dc:title>
  <dc:subject>Independent, evidence-backed enablement for Cloud Solution Architects</dc:subject>
  <dc:creator>Copilot Runway</dc:creator>
  <cp:lastModifiedBy>Copilot Runway</cp:lastModifiedBy>
  <cp:revision>1</cp:revision>
  <dcterms:created xsi:type="dcterms:W3CDTF">2026-10-14T16:22:29Z</dcterms:created>
  <dcterms:modified xsi:type="dcterms:W3CDTF">2026-10-14T16:22:29Z</dcterms:modified>
</cp:coreProperties>
</file>
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what it does, where value comes from, and the bounded control story.,Exact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Computer Use: pilot decision, evidence gaps, cost assumptions, and how to start the repeatable demo kit.,Exact lifecycle: public-preview. Public preview in local Copilot CLI and Copilot app sessions on Windows and macOS.,Verification date: 2026-10-14. Evidence older than 30 days requires re-review.,This is independent enablement for a controlled pilot, not production certification or customer-specific approval.,Cost detail: Enterprise Copilot CLI model interactions consume AI credits. The reviewed computer-use documentation does not quote a separate computer-use tariff. Check the actual tenant and model usage before quoting a demo cost.,Explicit assumptions:
Existing approved Copilot seat.
Synthetic local document; no paid external application transaction.
AI credits are usage-based; one enterprise AI credit equals USD 0.01.,Complete assessment: https://github.com/aj-enns/copilot-runway/blob/main/features/computer-use/assessment.md,Presenter runbook: https://github.com/aj-enns/copilot-runway/blob/main/demos/computer-use/README.md,Kit validation: kit-tested. Live feature validation: not-run.,Remote cleanup: Disable /computer; review any saved app approvals separately. A local reset cannot revoke permissions in an active session.,Primary sources:
About computer use in GitHub Copilot: https://docs.github.com/en/copilot/concepts/agents/computer-use
Usage-based billing for organizations and enterprises: https://docs.github.com/en/copilot/concepts/billing-and-usage/organizations-and-enterprises/billing
GitHub Copilot licenses: https://docs.github.com/en/billing/concepts/product-billing/github-copilot-licenses
Enterprise managed settings: https://docs.github.com/en/copilot/reference/enterprise-administrators/enterprise-managed-settings
Using Copilot CLI to interact with desktop applications: https://docs.github.com/en/copilot/how-tos/copilot-cli/use-copilot-cli/computer-use
GitHub Copilot CLI: https://docs.github.com/en/copilot/concepts/copilot-surfaces/copilot-cli,Official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mputer-use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Use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Give legacy desktop workflows an agent-assisted runway.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 with GUI-only tasks in legacy software without building an integration first.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a narrowly scoped natural-language request into an observable sequence of app actions.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Demonstrate a permission boundary before discussing broader automation.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native app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narrow scope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saved change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Use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license + model usage; do not assume GUI actions are free.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Enterprise Copilot CLI model interactions consume AI credits. The reviewed computer-use documentation does not quote a separate computer-use tariff. Check the actual tenant and model usage before quoting a demo cost.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computer-use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Computer Use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Use: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2026-10-18T15:43:29Z</dcterms:created>
  <dcterms:modified xsi:type="dcterms:W3CDTF">2026-10-18T15:43:29Z</dcterms:modified>
</cp:coreProperties>
</file>
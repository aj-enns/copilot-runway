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what it does, where value comes from, and the bounded control story.,Exact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pilot decision, evidence gaps, cost assumptions, and how to start the repeatable demo kit.,Exact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Computer Use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Give legacy desktop workflows an agent-assisted runway.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 with GUI-only tasks in legacy software without building an integration first.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a narrowly scoped natural-language request into an observable sequence of app actions.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a permission boundary before discussing broader automation.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native app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narrow scope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saved change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 Use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license + model usage; do not assume GUI actions are free.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Enterprise Copilot CLI model interactions consume AI credits. The reviewed computer-use documentation does not quote a separate computer-use tariff. Check the actual tenant and model usage before quoting a demo cost.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computer-use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Computer Use: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2026-10-18T22:12:27Z</dcterms:created>
  <dcterms:modified xsi:type="dcterms:W3CDTF">2026-10-18T22:12:27Z</dcterms:modified>
</cp:coreProperties>
</file>
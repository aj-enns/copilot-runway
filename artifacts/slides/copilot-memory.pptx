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Memory: what it does, where value comes from, and the bounded control story.,Exact lifecycle: public-preview. Public preview across supported Copilot surfaces; repository facts and user preferences have different scopes.,Verification date: 2026-10-14. Evidence older than 30 days requires re-review.,This is independent enablement for a controlled pilot, not production certification or customer-specific approval.,Cost detail: The reviewed Memory documentation does not specify a standalone memory-storage tariff. The underlying CLI, cloud-agent, and other model interactions still follow their billing model. Do not describe memory as unlimited or free because no separate price is listed.,Explicit assumptions:
An eligible account with Memory allowed.
One non-sensitive repository fact in a throwaway demo repository.
No personal information, customer information, or user-scoped preference is stored.,Complete assessment: https://github.com/aj-enns/copilot-runway/blob/main/features/copilot-memory/assessment.md,Presenter runbook: https://github.com/aj-enns/copilot-runway/blob/main/demos/copilot-memory/README.md,Kit validation: kit-tested. Live feature validation: not-run.,Remote cleanup: With the repository owner's authorization, delete only this demo fact in repository Settings &gt; Copilot &gt; Memory. Never clear all memories.,Primary sources:
About GitHub Copilot Memory: https://docs.github.com/en/copilot/concepts/agents/copilot-memory
Usage-based billing for organizations and enterprises: https://docs.github.com/en/copilot/concepts/billing-and-usage/organizations-and-enterprises/billing
GitHub Copilot licenses: https://docs.github.com/en/billing/concepts/product-billing/github-copilot-licenses
Managing Copilot Memory for your personal account: https://docs.github.com/en/copilot/how-tos/use-copilot-agents/copilot-memory/manage-for-yourself,Official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Memory: pilot decision, evidence gaps, cost assumptions, and how to start the repeatable demo kit.,Exact lifecycle: public-preview. Public preview across supported Copilot surfaces; repository facts and user preferences have different scopes.,Verification date: 2026-10-14. Evidence older than 30 days requires re-review.,This is independent enablement for a controlled pilot, not production certification or customer-specific approval.,Cost detail: The reviewed Memory documentation does not specify a standalone memory-storage tariff. The underlying CLI, cloud-agent, and other model interactions still follow their billing model. Do not describe memory as unlimited or free because no separate price is listed.,Explicit assumptions:
An eligible account with Memory allowed.
One non-sensitive repository fact in a throwaway demo repository.
No personal information, customer information, or user-scoped preference is stored.,Complete assessment: https://github.com/aj-enns/copilot-runway/blob/main/features/copilot-memory/assessment.md,Presenter runbook: https://github.com/aj-enns/copilot-runway/blob/main/demos/copilot-memory/README.md,Kit validation: kit-tested. Live feature validation: not-run.,Remote cleanup: With the repository owner's authorization, delete only this demo fact in repository Settings &gt; Copilot &gt; Memory. Never clear all memories.,Primary sources:
About GitHub Copilot Memory: https://docs.github.com/en/copilot/concepts/agents/copilot-memory
Usage-based billing for organizations and enterprises: https://docs.github.com/en/copilot/concepts/billing-and-usage/organizations-and-enterprises/billing
GitHub Copilot licenses: https://docs.github.com/en/billing/concepts/product-billing/github-copilot-licenses
Managing Copilot Memory for your personal account: https://docs.github.com/en/copilot/how-tos/use-copilot-agents/copilot-memory/manage-for-yourself,Official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pilot-memory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pilot-memory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Copilot Memory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repository context reusable, without hiding its governance.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repeated explanations of verified repository conventions.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repository facts across supported Copilot surfaces.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context ownership and deletion a visible part of the adoption story.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repository fact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in new session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Owner-managed deletion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Memory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Memory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usage applies; no separate Memory price verified.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reviewed Memory documentation does not specify a standalone memory-storage tariff. The underlying CLI, cloud-agent, and other model interactions still follow their billing model. Do not describe memory as unlimited or free because no separate price is listed.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copilot-memory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Memory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Memory: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2026-10-18T14:59:33Z</dcterms:created>
  <dcterms:modified xsi:type="dcterms:W3CDTF">2026-10-18T14:59:33Z</dcterms:modified>
</cp:coreProperties>
</file>
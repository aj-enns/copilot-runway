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what it does, where value comes from, and the bounded control story.,Exact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Dynamic Workflows: pilot decision, evidence gaps, cost assumptions, and how to start the repeatable demo kit.,Exact lifecycle: experimental. Official SDK documentation calls the API experimental. This is not GitHub Actions or a verified public-preview SKU.,Verification date: 2026-10-14. Evidence older than 30 days requires re-review.,This is independent enablement for a controlled pilot, not production certification or customer-specific approval.,Cost detail: AI credits cover the workflow subagent tree. The documented maxAiCredits ceiling is soft and post-paid, so parallel work can settle above it. Schema retries count as additional admitted subagents. No guessed runtime budget is declared in the demo extension.,Explicit assumptions:
An execution-eligible account and compatible SDK.
Two synthetic application inputs; no nested workflows.
Presenter chooses an approved per-run limit; limits are not an enterprise billing hard stop.,Complete assessment: https://github.com/aj-enns/copilot-runway/blob/main/features/dynamic-workflows/assessment.md,Presenter runbook: https://github.com/aj-enns/copilot-runway/blob/main/demos/dynamic-workflows/README.md,Kit validation: kit-tested. Live feature validation: not-run.,Remote cleanup: Cancel any active workflow by its exact run ID. Reset only local fixture files; retained workflow journals are separate state.,Primary sources:
Copilot SDK: Dynamic Workflows (experimental API): https://github.com/github/copilot-sdk/blob/ad20f9f4319d48000b895c9c4180242c2232e1ab/nodejs/docs/workflows.md
Usage-based billing for organizations and enterprises: https://docs.github.com/en/copilot/concepts/billing-and-usage/organizations-and-enterprises/billing
GitHub custom agents configuration and tool restrictions: https://docs.github.com/en/copilot/reference/custom-agents-configuration
Enterprise managed settings: https://docs.github.com/en/copilot/reference/enterprise-administrators/enterprise-managed-settings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what it does, where value comes from, and the bounded control story.,Exact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Sandboxes: pilot decision, evidence gaps, cost assumptions, and how to start the repeatable demo kit.,Exact lifecycle: public-preview. Cloud sandboxes are public preview and currently require experimental CLI features.,Verification date: 2026-10-14. Evidence older than 30 days requires re-review.,This is independent enablement for a controlled pilot, not production certification or customer-specific approval.,Cost detail: 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charges.,Explicit assumptions:
4 GiB is an illustrative allocation, not a promised session size.
Inside a Git repository, its owner is billed; outside a repository, select an approved billable owner.
Cloud product/SKU budgets are separate from bundled AI-credit budgets.
The documented preview trial entitlement ended in July 2026; do not assume a current free allowance.
Stopping execution and deleting a stored snapshot are different lifecycle actions.,Complete assessment: https://github.com/aj-enns/copilot-runway/blob/main/features/cloud-sandboxes/assessment.md,Presenter runbook: https://github.com/aj-enns/copilot-runway/blob/main/demos/cloud-sandboxes/README.md,Kit validation: kit-tested. Live feature validation: not-run.,Remote cleanup: Stop the exact cloud session and separately review its stored snapshot. The local reset cannot perform cloud cleanup.,Primary sources:
About cloud and local sandboxes for GitHub Copilot: https://docs.github.com/en/copilot/concepts/security-governance-and-network-settings/about-cloud-and-local-sandboxes
Billing for cloud and local sandboxes for GitHub Copilot: https://docs.github.com/en/billing/concepts/product-billing/cloud-and-local-sandboxes
Usage-based billing for organizations and enterprises: https://docs.github.com/en/copilot/concepts/billing-and-usage/organizations-and-enterprises/billing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sdk/blob/ad20f9f4319d48000b895c9c4180242c2232e1ab/nodejs/docs/workflows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security-governance-and-network-settings/about-cloud-and-local-sandboxes" TargetMode="External"/><Relationship Id="rId4" Type="http://schemas.openxmlformats.org/officeDocument/2006/relationships/hyperlink" Target="https://docs.github.com/en/billing/concepts/product-billing/cloud-and-local-sandboxes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SDK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Coordinate specialist agents with durable, inspectable steps.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a bounded architecture review into independent, specialist assessments.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each item without waiting for a barrier between every stage.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a run and resume from durable checkpoints rather than starting over.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synthetic inputs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assessments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Human-review checkpoint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session SDK. Not GitHub Actions.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 model usage is real spend, including retries.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cover the workflow subagent tree. The documented maxAiCredits ceiling is soft and post-paid, so parallel work can settle above it. Schema retries count as additional admitted subagents. No guessed runtime budget is declared in the demo extension.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dynamic-workflows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 Dynamic Workflows guide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Sandboxes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the execution environment, not your laptop's blast radius.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Offload a bounded task to an isolated execution environment.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remote agent execution from the local workstation.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cloud-agent governance and explicitly account for compute and retained snapshots.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identity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Isolated cloud Linux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/ review snapshot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Sandboxes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credits + compute + allocated memory + stopped-session storage.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official prices are USD 0.000024 per compute second, USD 0.000003 per GiB-second of allocated memory, and USD 0.005 per GiB-month of snapshot storage. A one-hour run assuming 4 GiB costs USD 0.1296 for compute plus memory, before AI usage, storage, taxes, or other charges.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cloud-sandboxes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 Sandbox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Sandbox billing meters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Runway: architect feature briefs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
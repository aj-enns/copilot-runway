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what it does, where value comes from, and the bounded control story.,Exact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pilot decision, evidence gaps, cost assumptions, and how to start the repeatable demo kit.,Exact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what it does, where value comes from, and the bounded control story.,Exact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pilot decision, evidence gaps, cost assumptions, and how to start the repeatable demo kit.,Exact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what it does, where value comes from, and the bounded control story.,Exact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pilot decision, evidence gaps, cost assumptions, and how to start the repeatable demo kit.,Exact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what it does, where value comes from, and the bounded control story.,Exact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pilot decision, evidence gaps, cost assumptions, and how to start the repeatable demo kit.,Exact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what it does, where value comes from, and the bounded control story.,Exact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pilot decision, evidence gaps, cost assumptions, and how to start the repeatable demo kit.,Exact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what it does, where value comes from, and the bounded control story.,Exact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pilot decision, evidence gaps, cost assumptions, and how to start the repeatable demo kit.,Exact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Computer Use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Give legacy desktop workflows an agent-assisted runway.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 with GUI-only tasks in legacy software without building an integration first.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a narrowly scoped natural-language request into an observable sequence of app actions.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a permission boundary before discussing broader automation.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native app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narrow scope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saved change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 Use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license + model usage; do not assume GUI actions are free.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Enterprise Copilot CLI model interactions consume AI credits. The reviewed computer-use documentation does not quote a separate computer-use tariff. Check the actual tenant and model usage before quoting a demo cost.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computer-use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SDK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Dynamic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Coordinate specialist agents with durable, inspectable steps.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a bounded architecture review into independent, specialist assessments.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each item without waiting for a barrier between every stage.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 a run and resume from durable checkpoints rather than starting over.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synthetic inputs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Specialist assessments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Human-review checkpoint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session SDK. Not GitHub Actions.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Subagent model usage is real spend, including retries.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cover the workflow subagent tree. The documented maxAiCredits ceiling is soft and post-paid, so parallel work can settle above it. Schema retries count as additional admitted subagents. No guessed runtime budget is declared in the demo extension.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dynamic-workflows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GitHub Agentic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Repository automation that reasons, with reviewable outputs.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official preview discovery on a repeatable schedule.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an agent for interpretation while deterministic CI builds and deploys the site.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 new evidence in a pull request without allowing the agent to publish or merge.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source signals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reasoning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 PR, never merge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Agentic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Actions runtime + the selected AI engine's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Copilot-engine inference is governed by its billing entity; other engines have their own provider charges. Private-repository Actions usage can consume included minutes and incur overage. The deterministic daily scan does not call an AI model.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agentic-workflows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Cloud Sandboxes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the execution environment, not your laptop's blast radius.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Offload a bounded task to an isolated execution environment.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remote agent execution from the local workstation.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cloud-agent governance and explicitly account for compute and retained snapshots.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identity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Isolated cloud Linux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/ review snapshot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 Sandboxes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+ compute + allocated memory + stopped-session storage.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cloud-sandboxes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Copilot Memory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repository context reusable, without hiding its governance.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repeated explanations of verified repository conventions.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repository facts across supported Copilot surfaces.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context ownership and deletion a visible part of the adoption story.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Cited repository fact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in new session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Owner-managed deletion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Memory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usage applies; no separate Memory price verified.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Memory documentation does not specify a standalone memory-storage tariff. The underlying CLI, cloud-agent, and other model interactions still follow their billing model. Do not describe memory as unlimited or free because no separate price is listed.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copilot-memory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CLI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Autopilot Mode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Stay on a bounded objective until the result is verified.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small repair task moving through implementation and verification.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difference between an agent saying done and a measurable passing result.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sandbox and permission boundaries alongside autonomy.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Seeded failing tests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repair loop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unchanged tests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Autopilot Mode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Longer autonomous sessions can consume more model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enterprise billing is token-based AI credits, not a fixed promise of one billable request per task. Autonomous work, retries, and frontier models change cost. The README's legacy premium-request text is not used as enterprise pricing evidence.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6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autopilot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Copilot Runway: architect feature briefs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1980-01-01T00:00:00.000Z</dcterms:created>
  <dcterms:modified xsi:type="dcterms:W3CDTF">1980-01-01T00:00:00.000Z</dcterms:modified>
</cp:coreProperties>
</file>
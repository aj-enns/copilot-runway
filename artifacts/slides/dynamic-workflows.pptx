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Workflows: what it does, where value comes from, and the bounded control story.,Exact lifecycle: experimental. Official SDK documentation calls the API experimental. This is not GitHub Actions or a verified public-preview SKU.,Verification date: 2026-10-14. Evidence older than 30 days requires re-review.,This is independent enablement for a controlled pilot, not production certification or customer-specific approval.,Cost detail: AI credits cover the workflow subagent tree. The documented maxAiCredits ceiling is soft and post-paid, so parallel work can settle above it. Schema retries count as additional admitted subagents. No guessed runtime budget is declared in the demo extension.,Explicit assumptions:
An execution-eligible account and compatible SDK.
Two synthetic application inputs; no nested workflows.
Presenter chooses an approved per-run limit; limits are not an enterprise billing hard stop.,Complete assessment: https://github.com/aj-enns/copilot-runway/blob/main/features/dynamic-workflows/assessment.md,Presenter runbook: https://github.com/aj-enns/copilot-runway/blob/main/demos/dynamic-workflows/README.md,Kit validation: kit-tested. Live feature validation: not-run.,Remote cleanup: Cancel any active workflow by its exact run ID. Reset only local fixture files; retained workflow journals are separate state.,Primary sources:
Copilot SDK: Dynamic Workflows (experimental API): https://github.com/github/copilot-sdk/blob/ad20f9f4319d48000b895c9c4180242c2232e1ab/nodejs/docs/workflows.md
Usage-based billing for organizations and enterprises: https://docs.github.com/en/copilot/concepts/billing-and-usage/organizations-and-enterprises/billing
GitHub custom agents configuration and tool restrictions: https://docs.github.com/en/copilot/reference/custom-agents-configuration
Enterprise managed settings: https://docs.github.com/en/copilot/reference/enterprise-administrators/enterprise-managed-settings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Workflows: pilot decision, evidence gaps, cost assumptions, and how to start the repeatable demo kit.,Exact lifecycle: experimental. Official SDK documentation calls the API experimental. This is not GitHub Actions or a verified public-preview SKU.,Verification date: 2026-10-14. Evidence older than 30 days requires re-review.,This is independent enablement for a controlled pilot, not production certification or customer-specific approval.,Cost detail: AI credits cover the workflow subagent tree. The documented maxAiCredits ceiling is soft and post-paid, so parallel work can settle above it. Schema retries count as additional admitted subagents. No guessed runtime budget is declared in the demo extension.,Explicit assumptions:
An execution-eligible account and compatible SDK.
Two synthetic application inputs; no nested workflows.
Presenter chooses an approved per-run limit; limits are not an enterprise billing hard stop.,Complete assessment: https://github.com/aj-enns/copilot-runway/blob/main/features/dynamic-workflows/assessment.md,Presenter runbook: https://github.com/aj-enns/copilot-runway/blob/main/demos/dynamic-workflows/README.md,Kit validation: kit-tested. Live feature validation: not-run.,Remote cleanup: Cancel any active workflow by its exact run ID. Reset only local fixture files; retained workflow journals are separate state.,Primary sources:
Copilot SDK: Dynamic Workflows (experimental API): https://github.com/github/copilot-sdk/blob/ad20f9f4319d48000b895c9c4180242c2232e1ab/nodejs/docs/workflows.md
Usage-based billing for organizations and enterprises: https://docs.github.com/en/copilot/concepts/billing-and-usage/organizations-and-enterprises/billing
GitHub custom agents configuration and tool restrictions: https://docs.github.com/en/copilot/reference/custom-agents-configuration
Enterprise managed settings: https://docs.github.com/en/copilot/reference/enterprise-administrators/enterprise-managed-settings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copilot-sdk/blob/ad20f9f4319d48000b895c9c4180242c2232e1ab/nodejs/docs/workflows.md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copilot-sdk/blob/ad20f9f4319d48000b895c9c4180242c2232e1ab/nodejs/docs/workflows.md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SDK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Workflows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specialist agents with durable, inspectable steps.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a bounded architecture review into independent, specialist assessments.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each item without waiting for a barrier between every stage.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a run and resume from durable checkpoints rather than starting over.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synthetic inputs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assessments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Human-review checkpoint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session SDK. Not GitHub Actions.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SDK Dynamic Workflows guide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for evidence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Workflows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Subagent model usage is real spend, including retries.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credits cover the workflow subagent tree. The documented maxAiCredits ceiling is soft and post-paid, so parallel work can settle above it. Schema retries count as additional admitted subagents. No guessed runtime budget is declared in the demo extension.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10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dynamic-workflows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SDK Dynamic Workflows guide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Copilot Runway (independent initiative)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Workflows: value, cost, and readiness</dc:title>
  <dc:subject>Independent, evidence-backed enablement for Cloud Solution Architects</dc:subject>
  <dc:creator>Copilot Runway</dc:creator>
  <cp:lastModifiedBy>Copilot Runway</cp:lastModifiedBy>
  <cp:revision>1</cp:revision>
  <dcterms:created xsi:type="dcterms:W3CDTF">2026-10-18T22:12:27Z</dcterms:created>
  <dcterms:modified xsi:type="dcterms:W3CDTF">2026-10-18T22:12:27Z</dcterms:modified>
</cp:coreProperties>
</file>
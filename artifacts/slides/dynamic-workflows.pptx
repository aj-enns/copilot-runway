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what it does, where value comes from, and the bounded control story.,Exact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pilot decision, evidence gaps, cost assumptions, and how to start the repeatable demo kit.,Exact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SDK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Coordinate specialist agents with durable, inspectable steps.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a bounded architecture review into independent, specialist assessments.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each item without waiting for a barrier between every stage.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a run and resume from durable checkpoints rather than starting over.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synthetic inputs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assessments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 checkpoint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session SDK. Not GitHub Actions.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 model usage is real spend, including retries.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cover the workflow subagent tree. The documented maxAiCredits ceiling is soft and post-paid, so parallel work can settle above it. Schema retries count as additional admitted subagents. No guessed runtime budget is declared in the demo extension.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dynamic-workflows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Dynamic Workflows: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2026-10-19T03:20:25Z</dcterms:created>
  <dcterms:modified xsi:type="dcterms:W3CDTF">2026-10-19T03:20:25Z</dcterms:modified>
</cp:coreProperties>
</file>